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1"/>
            <a:ext cx="8839200" cy="60959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Business Requirement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:</a:t>
            </a:r>
            <a:endParaRPr lang="hi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914400"/>
            <a:ext cx="8839200" cy="5791200"/>
          </a:xfrm>
        </p:spPr>
        <p:txBody>
          <a:bodyPr>
            <a:normAutofit/>
          </a:bodyPr>
          <a:lstStyle/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KPI's </a:t>
            </a:r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lvl="1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Season, </a:t>
            </a:r>
          </a:p>
          <a:p>
            <a:pPr lvl="1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Winner,</a:t>
            </a:r>
          </a:p>
          <a:p>
            <a:pPr lvl="1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Runner Up,</a:t>
            </a:r>
          </a:p>
          <a:p>
            <a:pPr lvl="1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Player Of The Series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Chart's </a:t>
            </a:r>
            <a:r>
              <a:rPr lang="en-US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:-</a:t>
            </a:r>
          </a:p>
          <a:p>
            <a:pPr marL="914400" lvl="1" indent="-457200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Matches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Win By Team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wrt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Bat First and Field First </a:t>
            </a: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2008,</a:t>
            </a:r>
            <a:endPara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Total Decision Based Winning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%,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Top 10 Venues with most matches and winning Based on Bat First &amp; Field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First,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Title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Winners,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457200" algn="l">
              <a:buClr>
                <a:schemeClr val="accent6">
                  <a:lumMod val="75000"/>
                </a:schemeClr>
              </a:buClr>
            </a:pP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Top 10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MoM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Award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Winners.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: Business Requirement :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: Business Requirement :</dc:title>
  <dc:creator>Madhur Dwivedi</dc:creator>
  <cp:lastModifiedBy>hp</cp:lastModifiedBy>
  <cp:revision>1</cp:revision>
  <dcterms:created xsi:type="dcterms:W3CDTF">2006-08-16T00:00:00Z</dcterms:created>
  <dcterms:modified xsi:type="dcterms:W3CDTF">2026-01-20T20:21:07Z</dcterms:modified>
</cp:coreProperties>
</file>